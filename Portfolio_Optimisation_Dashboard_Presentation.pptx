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Problem Statement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🎯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Reinsurance portfolio managers lack real-time visibility into portfolio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Manual analysis of 50+ treaties across multiple Lines of Business (LOB) and geographies is time-consuming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Difficulty in identifying optimization opportunities and concentration risks quickly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7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No unified dashboard for RORAC calculations, capital efficiency, and diversification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✅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Dynamic Portfolio Optimisation Dashboard with real-time data updates (1-minute refresh)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Automated RORAC engine calculating Return on Risk-Adjusted Capital for each treaty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Interactive visualizations showing portfolio by LOB and geographic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WebSocket-enabled architecture for live updates and IST timezone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Synthetic portfolio generator with 50 realistic reinsurance treaties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Benefits &amp; Technical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💼 Key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Real-Time Visibility: Monitor portfolio metrics instantly with live IST timestamps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Faster Decision-Making: Identify optimization opportunities in seconds, not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Risk Management: Track capital utilization, diversification scores, and concentration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7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Operational Efficiency: Automated calculations reduce manual analysis by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3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Scalability: Flask + WebSocket architecture handles multiple concurrent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899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Cost Reduction: Optimize treaty allocation and reduce concentration risk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🏗️ Technical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Python Flask backend | Flask-SocketIO for WebSocket real-time updates | MockPortfolioGenerator for 50 synthetic treaties | RORAC optimization engine | Interactive Bootstrap 5 UI with Chart.js visualizations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Detailed Implementation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🔧 Step-by-Step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1: Created MockPortfolioGenerator (data_connectors/mock_portfolio.py) generating 50 synthetic treaties with realistic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2: Built PortfolioOptimizer engine calculating RORAC, capital efficiency, and diversification metrics for each treaty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3: Developed Flask backend (app_simple.py) with 5 API endpoints (/api/portfolio, /api/portfolio/summary,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7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4: Integrated Flask-SocketIO for WebSocket bidirectional real-time communication with browser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3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5: Created responsive HTML5 dashboard (dashboard.html) with Bootstrap 5 + Chart.js interactive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899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6: Implemented auto-refresh logic: timestamp updates every 1 second, full data refresh every 60 seconds in 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5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7: Added filter functionality (by LOB, geography, RORAC range) with instant UI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8: Set up Python virtual environment and installed all dependencies (Flask, SocketIO, Pandas, NumPy)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9: Deployed on localhost:5001 with hot-reload debugging enabled for rapid 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Step 10: Tested across all 5 dashboard pages (Dashboard, Portfolio, Scenarios, Recommendations, Reports)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449</Words>
  <Application>Microsoft Office PowerPoint</Application>
  <PresentationFormat>On-screen Show (4:3)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,,, Manikandan</cp:lastModifiedBy>
  <cp:revision>1</cp:revision>
  <dcterms:created xsi:type="dcterms:W3CDTF">2013-01-27T09:14:16Z</dcterms:created>
  <dcterms:modified xsi:type="dcterms:W3CDTF">2026-07-09T13:20:35Z</dcterms:modified>
  <cp:category/>
</cp:coreProperties>
</file>